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5" d="100"/>
          <a:sy n="145" d="100"/>
        </p:scale>
        <p:origin x="114" y="2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l-PL"/>
          </a:p>
        </p:txBody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35415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488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2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43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28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4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35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46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22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690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9489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352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03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651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15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191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770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015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System </a:t>
            </a:r>
            <a:r>
              <a:rPr dirty="0" err="1"/>
              <a:t>Rekomendacji</a:t>
            </a:r>
            <a:r>
              <a:rPr dirty="0"/>
              <a:t> </a:t>
            </a:r>
            <a:r>
              <a:rPr dirty="0" err="1"/>
              <a:t>Muzycznych</a:t>
            </a:r>
            <a:r>
              <a:rPr lang="pl-PL" dirty="0"/>
              <a:t> Spotify</a:t>
            </a:r>
            <a:r>
              <a:rPr dirty="0"/>
              <a:t> (</a:t>
            </a:r>
            <a:r>
              <a:rPr dirty="0" err="1"/>
              <a:t>Iteracja</a:t>
            </a:r>
            <a:r>
              <a:rPr dirty="0"/>
              <a:t> 1)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47010" y="4402666"/>
            <a:ext cx="4239791" cy="1364531"/>
          </a:xfrm>
        </p:spPr>
        <p:txBody>
          <a:bodyPr>
            <a:normAutofit/>
          </a:bodyPr>
          <a:lstStyle/>
          <a:p>
            <a:r>
              <a:rPr lang="pl-PL" dirty="0"/>
              <a:t>Eksploracja danych - projekt</a:t>
            </a:r>
          </a:p>
          <a:p>
            <a:r>
              <a:rPr lang="pl-PL" dirty="0"/>
              <a:t>Autorzy: M. Andrzejewski , W. Kaczmarek, J. Nowakowska, S. Stefański, S. Wróbel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/>
              <a:t>Architektura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lang="pl-PL" dirty="0"/>
              <a:t>p</a:t>
            </a:r>
            <a:r>
              <a:rPr dirty="0" err="1"/>
              <a:t>odejście</a:t>
            </a:r>
            <a:r>
              <a:rPr dirty="0"/>
              <a:t> (Content-Based Filtering)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753192"/>
            <a:ext cx="7704667" cy="3332816"/>
          </a:xfrm>
        </p:spPr>
        <p:txBody>
          <a:bodyPr>
            <a:noAutofit/>
          </a:bodyPr>
          <a:lstStyle/>
          <a:p>
            <a:r>
              <a:rPr dirty="0" err="1"/>
              <a:t>Źródła</a:t>
            </a:r>
            <a:r>
              <a:rPr dirty="0"/>
              <a:t> </a:t>
            </a:r>
            <a:r>
              <a:rPr dirty="0" err="1"/>
              <a:t>danych</a:t>
            </a:r>
            <a:r>
              <a:rPr dirty="0"/>
              <a:t>: </a:t>
            </a:r>
            <a:r>
              <a:rPr dirty="0" err="1"/>
              <a:t>Integracja</a:t>
            </a:r>
            <a:r>
              <a:rPr dirty="0"/>
              <a:t> </a:t>
            </a:r>
            <a:r>
              <a:rPr dirty="0" err="1"/>
              <a:t>prywatnych</a:t>
            </a:r>
            <a:r>
              <a:rPr dirty="0"/>
              <a:t> </a:t>
            </a:r>
            <a:r>
              <a:rPr dirty="0" err="1"/>
              <a:t>danych</a:t>
            </a:r>
            <a:r>
              <a:rPr dirty="0"/>
              <a:t> ze Spotify API (</a:t>
            </a:r>
            <a:r>
              <a:rPr lang="pl-PL" dirty="0"/>
              <a:t>playlisty użytkownika</a:t>
            </a:r>
            <a:r>
              <a:rPr dirty="0"/>
              <a:t>) z </a:t>
            </a:r>
            <a:r>
              <a:rPr dirty="0" err="1"/>
              <a:t>globalnym</a:t>
            </a:r>
            <a:r>
              <a:rPr dirty="0"/>
              <a:t> </a:t>
            </a:r>
            <a:r>
              <a:rPr dirty="0" err="1"/>
              <a:t>zbiorem</a:t>
            </a:r>
            <a:r>
              <a:rPr dirty="0"/>
              <a:t> Kaggle (114 </a:t>
            </a:r>
            <a:r>
              <a:rPr dirty="0" err="1"/>
              <a:t>tys</a:t>
            </a:r>
            <a:r>
              <a:rPr dirty="0"/>
              <a:t>. </a:t>
            </a:r>
            <a:r>
              <a:rPr dirty="0" err="1"/>
              <a:t>utworów</a:t>
            </a:r>
            <a:r>
              <a:rPr dirty="0"/>
              <a:t>).</a:t>
            </a:r>
          </a:p>
          <a:p>
            <a:r>
              <a:rPr dirty="0" err="1"/>
              <a:t>Inżynieria</a:t>
            </a:r>
            <a:r>
              <a:rPr dirty="0"/>
              <a:t> </a:t>
            </a:r>
            <a:r>
              <a:rPr dirty="0" err="1"/>
              <a:t>cech</a:t>
            </a:r>
            <a:r>
              <a:rPr dirty="0"/>
              <a:t>: Analiza </a:t>
            </a:r>
            <a:r>
              <a:rPr lang="pl-PL" dirty="0"/>
              <a:t>metadanych piosenek</a:t>
            </a:r>
            <a:r>
              <a:rPr dirty="0"/>
              <a:t> (tempo, </a:t>
            </a:r>
            <a:r>
              <a:rPr dirty="0" err="1"/>
              <a:t>energia</a:t>
            </a:r>
            <a:r>
              <a:rPr dirty="0"/>
              <a:t>, </a:t>
            </a:r>
            <a:r>
              <a:rPr dirty="0" err="1"/>
              <a:t>taneczność</a:t>
            </a:r>
            <a:r>
              <a:rPr dirty="0"/>
              <a:t>, </a:t>
            </a:r>
            <a:r>
              <a:rPr dirty="0" err="1"/>
              <a:t>głośność</a:t>
            </a:r>
            <a:r>
              <a:rPr dirty="0"/>
              <a:t>) </a:t>
            </a:r>
            <a:r>
              <a:rPr dirty="0" err="1"/>
              <a:t>zamiast</a:t>
            </a:r>
            <a:r>
              <a:rPr dirty="0"/>
              <a:t> </a:t>
            </a:r>
            <a:r>
              <a:rPr dirty="0" err="1"/>
              <a:t>polegania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popularności</a:t>
            </a:r>
            <a:r>
              <a:rPr dirty="0"/>
              <a:t> </a:t>
            </a:r>
            <a:r>
              <a:rPr dirty="0" err="1"/>
              <a:t>czy</a:t>
            </a:r>
            <a:r>
              <a:rPr dirty="0"/>
              <a:t> </a:t>
            </a:r>
            <a:r>
              <a:rPr dirty="0" err="1"/>
              <a:t>historii</a:t>
            </a:r>
            <a:r>
              <a:rPr dirty="0"/>
              <a:t> </a:t>
            </a:r>
            <a:r>
              <a:rPr dirty="0" err="1"/>
              <a:t>innych</a:t>
            </a:r>
            <a:r>
              <a:rPr dirty="0"/>
              <a:t> </a:t>
            </a:r>
            <a:r>
              <a:rPr dirty="0" err="1"/>
              <a:t>użytkowników</a:t>
            </a:r>
            <a:r>
              <a:rPr dirty="0"/>
              <a:t>.</a:t>
            </a:r>
          </a:p>
          <a:p>
            <a:r>
              <a:rPr dirty="0" err="1"/>
              <a:t>Modelowanie</a:t>
            </a:r>
            <a:r>
              <a:rPr dirty="0"/>
              <a:t>: </a:t>
            </a:r>
            <a:r>
              <a:rPr dirty="0" err="1"/>
              <a:t>Zbudowanie</a:t>
            </a:r>
            <a:r>
              <a:rPr dirty="0"/>
              <a:t> </a:t>
            </a:r>
            <a:r>
              <a:rPr dirty="0" err="1"/>
              <a:t>zbalansowanego</a:t>
            </a:r>
            <a:r>
              <a:rPr dirty="0"/>
              <a:t> </a:t>
            </a:r>
            <a:r>
              <a:rPr dirty="0" err="1"/>
              <a:t>zbioru</a:t>
            </a:r>
            <a:r>
              <a:rPr dirty="0"/>
              <a:t> </a:t>
            </a:r>
            <a:r>
              <a:rPr dirty="0" err="1"/>
              <a:t>uczącego</a:t>
            </a:r>
            <a:r>
              <a:rPr dirty="0"/>
              <a:t> (50/50 </a:t>
            </a:r>
            <a:r>
              <a:rPr dirty="0" err="1"/>
              <a:t>polubione</a:t>
            </a:r>
            <a:r>
              <a:rPr dirty="0"/>
              <a:t> vs </a:t>
            </a:r>
            <a:r>
              <a:rPr dirty="0" err="1"/>
              <a:t>tło</a:t>
            </a:r>
            <a:r>
              <a:rPr dirty="0"/>
              <a:t>)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wykorzystanie</a:t>
            </a:r>
            <a:r>
              <a:rPr dirty="0"/>
              <a:t> </a:t>
            </a:r>
            <a:r>
              <a:rPr dirty="0" err="1"/>
              <a:t>klasyfikatora</a:t>
            </a:r>
            <a:r>
              <a:rPr dirty="0"/>
              <a:t> Random Forest do </a:t>
            </a:r>
            <a:r>
              <a:rPr dirty="0" err="1"/>
              <a:t>oceny</a:t>
            </a:r>
            <a:r>
              <a:rPr dirty="0"/>
              <a:t> </a:t>
            </a:r>
            <a:r>
              <a:rPr dirty="0" err="1"/>
              <a:t>prawdopodobieństwa</a:t>
            </a:r>
            <a:r>
              <a:rPr dirty="0"/>
              <a:t> </a:t>
            </a:r>
            <a:r>
              <a:rPr dirty="0" err="1"/>
              <a:t>dopasowania</a:t>
            </a:r>
            <a:r>
              <a:rPr dirty="0"/>
              <a:t> </a:t>
            </a:r>
            <a:r>
              <a:rPr dirty="0" err="1"/>
              <a:t>kandydatów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Wyniki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lang="pl-PL" dirty="0"/>
              <a:t>z</a:t>
            </a:r>
            <a:r>
              <a:rPr dirty="0" err="1"/>
              <a:t>identyfikowane</a:t>
            </a:r>
            <a:r>
              <a:rPr dirty="0"/>
              <a:t> </a:t>
            </a:r>
            <a:r>
              <a:rPr lang="pl-PL" dirty="0"/>
              <a:t>p</a:t>
            </a:r>
            <a:r>
              <a:rPr dirty="0" err="1"/>
              <a:t>roblemy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2232824"/>
            <a:ext cx="7704667" cy="3332816"/>
          </a:xfrm>
        </p:spPr>
        <p:txBody>
          <a:bodyPr>
            <a:normAutofit/>
          </a:bodyPr>
          <a:lstStyle/>
          <a:p>
            <a:r>
              <a:rPr dirty="0"/>
              <a:t>Model </a:t>
            </a:r>
            <a:r>
              <a:rPr dirty="0" err="1"/>
              <a:t>poprawnie</a:t>
            </a:r>
            <a:r>
              <a:rPr dirty="0"/>
              <a:t> </a:t>
            </a:r>
            <a:r>
              <a:rPr dirty="0" err="1"/>
              <a:t>uczy</a:t>
            </a:r>
            <a:r>
              <a:rPr dirty="0"/>
              <a:t> </a:t>
            </a:r>
            <a:r>
              <a:rPr dirty="0" err="1"/>
              <a:t>się</a:t>
            </a:r>
            <a:r>
              <a:rPr dirty="0"/>
              <a:t> </a:t>
            </a:r>
            <a:r>
              <a:rPr dirty="0" err="1"/>
              <a:t>profilu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zwraca</a:t>
            </a:r>
            <a:r>
              <a:rPr dirty="0"/>
              <a:t> </a:t>
            </a:r>
            <a:r>
              <a:rPr dirty="0" err="1"/>
              <a:t>rekomendacje</a:t>
            </a:r>
            <a:r>
              <a:rPr dirty="0"/>
              <a:t> </a:t>
            </a:r>
            <a:r>
              <a:rPr dirty="0" err="1"/>
              <a:t>bazujące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brzmieniu</a:t>
            </a:r>
            <a:r>
              <a:rPr dirty="0"/>
              <a:t> (</a:t>
            </a:r>
            <a:r>
              <a:rPr dirty="0" err="1"/>
              <a:t>wysoki</a:t>
            </a:r>
            <a:r>
              <a:rPr dirty="0"/>
              <a:t> </a:t>
            </a:r>
            <a:r>
              <a:rPr dirty="0" err="1"/>
              <a:t>wskaźnik</a:t>
            </a:r>
            <a:r>
              <a:rPr dirty="0"/>
              <a:t> ROC AUC).</a:t>
            </a:r>
          </a:p>
          <a:p>
            <a:r>
              <a:rPr dirty="0" err="1"/>
              <a:t>Ograniczenia</a:t>
            </a:r>
            <a:r>
              <a:rPr lang="pl-PL" dirty="0"/>
              <a:t>: Zbiór danych z kaggle jest bardzo ograniczony, niewielki procent utworów z playlist znajduje pokrycie</a:t>
            </a:r>
          </a:p>
          <a:p>
            <a:r>
              <a:rPr dirty="0"/>
              <a:t>Brak </a:t>
            </a:r>
            <a:r>
              <a:rPr dirty="0" err="1"/>
              <a:t>kontekstu</a:t>
            </a:r>
            <a:r>
              <a:rPr dirty="0"/>
              <a:t>: </a:t>
            </a:r>
            <a:r>
              <a:rPr dirty="0" err="1"/>
              <a:t>Poleca</a:t>
            </a:r>
            <a:r>
              <a:rPr dirty="0"/>
              <a:t> </a:t>
            </a:r>
            <a:r>
              <a:rPr dirty="0" err="1"/>
              <a:t>utwory</a:t>
            </a:r>
            <a:r>
              <a:rPr dirty="0"/>
              <a:t> o </a:t>
            </a:r>
            <a:r>
              <a:rPr dirty="0" err="1"/>
              <a:t>podobnym</a:t>
            </a:r>
            <a:r>
              <a:rPr dirty="0"/>
              <a:t> </a:t>
            </a:r>
            <a:r>
              <a:rPr dirty="0" err="1"/>
              <a:t>tempie</a:t>
            </a:r>
            <a:r>
              <a:rPr dirty="0"/>
              <a:t>, </a:t>
            </a:r>
            <a:r>
              <a:rPr dirty="0" err="1"/>
              <a:t>całkowicie</a:t>
            </a:r>
            <a:r>
              <a:rPr dirty="0"/>
              <a:t> </a:t>
            </a:r>
            <a:r>
              <a:rPr dirty="0" err="1"/>
              <a:t>ignorując</a:t>
            </a:r>
            <a:r>
              <a:rPr dirty="0"/>
              <a:t> np. </a:t>
            </a:r>
            <a:r>
              <a:rPr dirty="0" err="1"/>
              <a:t>język</a:t>
            </a:r>
            <a:r>
              <a:rPr dirty="0"/>
              <a:t> </a:t>
            </a:r>
            <a:r>
              <a:rPr dirty="0" err="1"/>
              <a:t>czy</a:t>
            </a:r>
            <a:r>
              <a:rPr dirty="0"/>
              <a:t> </a:t>
            </a:r>
            <a:r>
              <a:rPr dirty="0" err="1"/>
              <a:t>kraj</a:t>
            </a:r>
            <a:r>
              <a:rPr dirty="0"/>
              <a:t> </a:t>
            </a:r>
            <a:r>
              <a:rPr dirty="0" err="1"/>
              <a:t>pochodzenia</a:t>
            </a:r>
            <a:r>
              <a:rPr dirty="0"/>
              <a:t> </a:t>
            </a:r>
            <a:r>
              <a:rPr dirty="0" err="1"/>
              <a:t>artysty</a:t>
            </a:r>
            <a:r>
              <a:rPr dirty="0"/>
              <a:t>, co </a:t>
            </a:r>
            <a:r>
              <a:rPr dirty="0" err="1"/>
              <a:t>obniża</a:t>
            </a:r>
            <a:r>
              <a:rPr dirty="0"/>
              <a:t> </a:t>
            </a:r>
            <a:r>
              <a:rPr dirty="0" err="1"/>
              <a:t>subiektywną</a:t>
            </a:r>
            <a:r>
              <a:rPr dirty="0"/>
              <a:t> </a:t>
            </a:r>
            <a:r>
              <a:rPr dirty="0" err="1"/>
              <a:t>jakość</a:t>
            </a:r>
            <a:r>
              <a:rPr dirty="0"/>
              <a:t> </a:t>
            </a:r>
            <a:r>
              <a:rPr dirty="0" err="1"/>
              <a:t>rekomendacji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10</TotalTime>
  <Words>176</Words>
  <Application>Microsoft Office PowerPoint</Application>
  <PresentationFormat>On-screen Show (4:3)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Corbel</vt:lpstr>
      <vt:lpstr>Parallax</vt:lpstr>
      <vt:lpstr>System Rekomendacji Muzycznych Spotify (Iteracja 1)</vt:lpstr>
      <vt:lpstr>Architektura i podejście (Content-Based Filtering)</vt:lpstr>
      <vt:lpstr>Wyniki i zidentyfikowane problemy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Wojciech Kaczmarek</cp:lastModifiedBy>
  <cp:revision>4</cp:revision>
  <dcterms:created xsi:type="dcterms:W3CDTF">2013-01-27T09:14:16Z</dcterms:created>
  <dcterms:modified xsi:type="dcterms:W3CDTF">2026-05-21T10:01:14Z</dcterms:modified>
  <cp:category/>
</cp:coreProperties>
</file>