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14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l-PL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095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8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42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6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9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68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4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2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4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0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2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96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66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84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34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74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3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4751" y="914401"/>
            <a:ext cx="7512050" cy="3488266"/>
          </a:xfrm>
        </p:spPr>
        <p:txBody>
          <a:bodyPr/>
          <a:lstStyle/>
          <a:p>
            <a:r>
              <a:rPr dirty="0" err="1"/>
              <a:t>Rozbudowa</a:t>
            </a:r>
            <a:r>
              <a:rPr dirty="0"/>
              <a:t> </a:t>
            </a:r>
            <a:r>
              <a:rPr dirty="0" err="1"/>
              <a:t>Systemu</a:t>
            </a:r>
            <a:r>
              <a:rPr dirty="0"/>
              <a:t> </a:t>
            </a:r>
            <a:r>
              <a:rPr dirty="0" err="1"/>
              <a:t>Rekomendacji</a:t>
            </a:r>
            <a:r>
              <a:rPr lang="pl-PL" dirty="0"/>
              <a:t> Muzycznych Spotify</a:t>
            </a:r>
            <a:r>
              <a:rPr dirty="0"/>
              <a:t> (</a:t>
            </a:r>
            <a:r>
              <a:rPr dirty="0" err="1"/>
              <a:t>Iteracja</a:t>
            </a:r>
            <a:r>
              <a:rPr dirty="0"/>
              <a:t> 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97672" y="4402666"/>
            <a:ext cx="4289129" cy="1364531"/>
          </a:xfrm>
        </p:spPr>
        <p:txBody>
          <a:bodyPr>
            <a:normAutofit/>
          </a:bodyPr>
          <a:lstStyle/>
          <a:p>
            <a:r>
              <a:rPr lang="pl-PL" dirty="0"/>
              <a:t>Eksploracja danych - projekt</a:t>
            </a:r>
            <a:endParaRPr dirty="0"/>
          </a:p>
          <a:p>
            <a:r>
              <a:rPr dirty="0" err="1"/>
              <a:t>Autorzy</a:t>
            </a:r>
            <a:r>
              <a:rPr dirty="0"/>
              <a:t>:</a:t>
            </a:r>
            <a:r>
              <a:rPr lang="pl-PL" dirty="0"/>
              <a:t> M. Andrzejewski , W. Kaczmarek, </a:t>
            </a:r>
            <a:r>
              <a:rPr dirty="0"/>
              <a:t>J. Nowakowska, S. </a:t>
            </a:r>
            <a:r>
              <a:rPr dirty="0" err="1"/>
              <a:t>Stefański</a:t>
            </a:r>
            <a:r>
              <a:rPr lang="pl-PL" dirty="0"/>
              <a:t>, S. Wróbel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Dodatkowe dane z MusicBrainz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270833"/>
            <a:ext cx="7704667" cy="3332816"/>
          </a:xfrm>
        </p:spPr>
        <p:txBody>
          <a:bodyPr>
            <a:noAutofit/>
          </a:bodyPr>
          <a:lstStyle/>
          <a:p>
            <a:r>
              <a:rPr dirty="0"/>
              <a:t>Problem: </a:t>
            </a:r>
            <a:r>
              <a:rPr dirty="0" err="1"/>
              <a:t>Restrykcyjne</a:t>
            </a:r>
            <a:r>
              <a:rPr dirty="0"/>
              <a:t> </a:t>
            </a:r>
            <a:r>
              <a:rPr dirty="0" err="1"/>
              <a:t>limity</a:t>
            </a:r>
            <a:r>
              <a:rPr dirty="0"/>
              <a:t> API </a:t>
            </a:r>
            <a:r>
              <a:rPr dirty="0" err="1"/>
              <a:t>MusicBrainz</a:t>
            </a:r>
            <a:r>
              <a:rPr dirty="0"/>
              <a:t> (1 zap/</a:t>
            </a:r>
            <a:r>
              <a:rPr dirty="0" err="1"/>
              <a:t>sekundę</a:t>
            </a:r>
            <a:r>
              <a:rPr dirty="0"/>
              <a:t>) </a:t>
            </a:r>
            <a:r>
              <a:rPr dirty="0" err="1"/>
              <a:t>uniemożliwiały</a:t>
            </a:r>
            <a:r>
              <a:rPr dirty="0"/>
              <a:t> </a:t>
            </a:r>
            <a:r>
              <a:rPr dirty="0" err="1"/>
              <a:t>pobieranie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 </a:t>
            </a:r>
            <a:r>
              <a:rPr lang="pl-PL" dirty="0"/>
              <a:t>na bieżąco </a:t>
            </a:r>
            <a:r>
              <a:rPr dirty="0" err="1"/>
              <a:t>dla</a:t>
            </a:r>
            <a:r>
              <a:rPr dirty="0"/>
              <a:t> 114 </a:t>
            </a:r>
            <a:r>
              <a:rPr dirty="0" err="1"/>
              <a:t>tys</a:t>
            </a:r>
            <a:r>
              <a:rPr dirty="0"/>
              <a:t>. </a:t>
            </a:r>
            <a:r>
              <a:rPr dirty="0" err="1"/>
              <a:t>utworów</a:t>
            </a:r>
            <a:r>
              <a:rPr dirty="0"/>
              <a:t>.</a:t>
            </a:r>
          </a:p>
          <a:p>
            <a:r>
              <a:rPr dirty="0" err="1"/>
              <a:t>Rozwiązanie</a:t>
            </a:r>
            <a:r>
              <a:rPr dirty="0"/>
              <a:t>: </a:t>
            </a:r>
            <a:r>
              <a:rPr lang="pl-PL" dirty="0"/>
              <a:t>Osobny skrypt Python, który jednorazowo dodaje informacje o kraju do zbioru z Kaggle na podstawie pobranych baz z MusicBrainz</a:t>
            </a:r>
            <a:endParaRPr dirty="0"/>
          </a:p>
          <a:p>
            <a:r>
              <a:rPr dirty="0" err="1"/>
              <a:t>Transformacja</a:t>
            </a:r>
            <a:r>
              <a:rPr lang="pl-PL" dirty="0"/>
              <a:t>: Łączenie </a:t>
            </a:r>
            <a:r>
              <a:rPr dirty="0"/>
              <a:t>(Left Join) </a:t>
            </a:r>
            <a:r>
              <a:rPr dirty="0" err="1"/>
              <a:t>lokalnej</a:t>
            </a:r>
            <a:r>
              <a:rPr dirty="0"/>
              <a:t> </a:t>
            </a:r>
            <a:r>
              <a:rPr dirty="0" err="1"/>
              <a:t>bazy</a:t>
            </a:r>
            <a:r>
              <a:rPr dirty="0"/>
              <a:t> </a:t>
            </a:r>
            <a:r>
              <a:rPr dirty="0" err="1"/>
              <a:t>artystów</a:t>
            </a:r>
            <a:r>
              <a:rPr dirty="0"/>
              <a:t> z </a:t>
            </a:r>
            <a:r>
              <a:rPr dirty="0" err="1"/>
              <a:t>przypisanymi</a:t>
            </a:r>
            <a:r>
              <a:rPr dirty="0"/>
              <a:t> </a:t>
            </a:r>
            <a:r>
              <a:rPr dirty="0" err="1"/>
              <a:t>kodami</a:t>
            </a:r>
            <a:r>
              <a:rPr dirty="0"/>
              <a:t> </a:t>
            </a:r>
            <a:r>
              <a:rPr dirty="0" err="1"/>
              <a:t>krajów</a:t>
            </a:r>
            <a:r>
              <a:rPr dirty="0"/>
              <a:t> </a:t>
            </a:r>
            <a:r>
              <a:rPr dirty="0" err="1"/>
              <a:t>przed</a:t>
            </a:r>
            <a:r>
              <a:rPr dirty="0"/>
              <a:t> </a:t>
            </a:r>
            <a:r>
              <a:rPr dirty="0" err="1"/>
              <a:t>etapem</a:t>
            </a:r>
            <a:r>
              <a:rPr dirty="0"/>
              <a:t> </a:t>
            </a:r>
            <a:r>
              <a:rPr dirty="0" err="1"/>
              <a:t>uczenia</a:t>
            </a:r>
            <a:r>
              <a:rPr dirty="0"/>
              <a:t> </a:t>
            </a:r>
            <a:r>
              <a:rPr dirty="0" err="1"/>
              <a:t>maszynowego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Wpływ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lang="pl-PL" dirty="0"/>
              <a:t>m</a:t>
            </a:r>
            <a:r>
              <a:rPr dirty="0" err="1"/>
              <a:t>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213089"/>
            <a:ext cx="7704667" cy="3332816"/>
          </a:xfrm>
        </p:spPr>
        <p:txBody>
          <a:bodyPr>
            <a:normAutofit/>
          </a:bodyPr>
          <a:lstStyle/>
          <a:p>
            <a:r>
              <a:rPr dirty="0" err="1"/>
              <a:t>Zastosowanie</a:t>
            </a:r>
            <a:r>
              <a:rPr dirty="0"/>
              <a:t> </a:t>
            </a:r>
            <a:r>
              <a:rPr dirty="0" err="1"/>
              <a:t>kodowania</a:t>
            </a:r>
            <a:r>
              <a:rPr dirty="0"/>
              <a:t> One-Hot Encoding do </a:t>
            </a:r>
            <a:r>
              <a:rPr dirty="0" err="1"/>
              <a:t>przekształcenia</a:t>
            </a:r>
            <a:r>
              <a:rPr dirty="0"/>
              <a:t> </a:t>
            </a:r>
            <a:r>
              <a:rPr dirty="0" err="1"/>
              <a:t>nazw</a:t>
            </a:r>
            <a:r>
              <a:rPr dirty="0"/>
              <a:t> </a:t>
            </a:r>
            <a:r>
              <a:rPr dirty="0" err="1"/>
              <a:t>krajów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macierz</a:t>
            </a:r>
            <a:r>
              <a:rPr dirty="0"/>
              <a:t> </a:t>
            </a:r>
            <a:r>
              <a:rPr dirty="0" err="1"/>
              <a:t>zmiennych</a:t>
            </a:r>
            <a:r>
              <a:rPr dirty="0"/>
              <a:t> </a:t>
            </a:r>
            <a:r>
              <a:rPr dirty="0" err="1"/>
              <a:t>binarnych</a:t>
            </a:r>
            <a:r>
              <a:rPr dirty="0"/>
              <a:t>.</a:t>
            </a:r>
          </a:p>
          <a:p>
            <a:r>
              <a:rPr dirty="0" err="1"/>
              <a:t>Wdrożenie</a:t>
            </a:r>
            <a:r>
              <a:rPr dirty="0"/>
              <a:t> </a:t>
            </a:r>
            <a:r>
              <a:rPr dirty="0" err="1"/>
              <a:t>dynamicznego</a:t>
            </a:r>
            <a:r>
              <a:rPr dirty="0"/>
              <a:t> </a:t>
            </a:r>
            <a:r>
              <a:rPr dirty="0" err="1"/>
              <a:t>indeksowania</a:t>
            </a:r>
            <a:r>
              <a:rPr dirty="0"/>
              <a:t> (.reindex()), </a:t>
            </a:r>
            <a:r>
              <a:rPr dirty="0" err="1"/>
              <a:t>zabezpieczającego</a:t>
            </a:r>
            <a:r>
              <a:rPr dirty="0"/>
              <a:t> model </a:t>
            </a:r>
            <a:r>
              <a:rPr dirty="0" err="1"/>
              <a:t>przed</a:t>
            </a:r>
            <a:r>
              <a:rPr dirty="0"/>
              <a:t> </a:t>
            </a:r>
            <a:r>
              <a:rPr dirty="0" err="1"/>
              <a:t>błędem</a:t>
            </a:r>
            <a:r>
              <a:rPr dirty="0"/>
              <a:t> </a:t>
            </a:r>
            <a:r>
              <a:rPr dirty="0" err="1"/>
              <a:t>nowości</a:t>
            </a:r>
            <a:r>
              <a:rPr dirty="0"/>
              <a:t>.</a:t>
            </a:r>
          </a:p>
          <a:p>
            <a:r>
              <a:rPr dirty="0"/>
              <a:t>Model </a:t>
            </a:r>
            <a:r>
              <a:rPr dirty="0" err="1"/>
              <a:t>potrafi</a:t>
            </a:r>
            <a:r>
              <a:rPr dirty="0"/>
              <a:t> </a:t>
            </a:r>
            <a:r>
              <a:rPr dirty="0" err="1"/>
              <a:t>teraz</a:t>
            </a:r>
            <a:r>
              <a:rPr dirty="0"/>
              <a:t> </a:t>
            </a:r>
            <a:r>
              <a:rPr lang="pl-PL" dirty="0"/>
              <a:t>lepiej rozróżniać zaawansowane </a:t>
            </a:r>
            <a:r>
              <a:rPr dirty="0" err="1"/>
              <a:t>zależności</a:t>
            </a:r>
            <a:r>
              <a:rPr dirty="0"/>
              <a:t> (np. tempo + </a:t>
            </a:r>
            <a:r>
              <a:rPr dirty="0" err="1"/>
              <a:t>preferencja</a:t>
            </a:r>
            <a:r>
              <a:rPr dirty="0"/>
              <a:t> </a:t>
            </a:r>
            <a:r>
              <a:rPr dirty="0" err="1"/>
              <a:t>regionu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9</TotalTime>
  <Words>146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Corbel</vt:lpstr>
      <vt:lpstr>Parallax</vt:lpstr>
      <vt:lpstr>Rozbudowa Systemu Rekomendacji Muzycznych Spotify (Iteracja 2)</vt:lpstr>
      <vt:lpstr>Dodatkowe dane z MusicBrainz</vt:lpstr>
      <vt:lpstr>Wpływ na model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Wojciech Kaczmarek</cp:lastModifiedBy>
  <cp:revision>5</cp:revision>
  <dcterms:created xsi:type="dcterms:W3CDTF">2013-01-27T09:14:16Z</dcterms:created>
  <dcterms:modified xsi:type="dcterms:W3CDTF">2026-05-21T10:01:12Z</dcterms:modified>
  <cp:category/>
</cp:coreProperties>
</file>